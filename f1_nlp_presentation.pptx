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E10600"/>
                </a:solidFill>
                <a:latin typeface="Trebuchet MS"/>
              </a:defRPr>
            </a:pPr>
            <a:r>
              <a:t>🏎️ F1 TEAM RADIO NLP ANALYZER</a:t>
            </a:r>
          </a:p>
          <a:p>
            <a:pPr>
              <a:spcBef>
                <a:spcPts val="2000"/>
              </a:spcBef>
              <a:defRPr sz="2200">
                <a:solidFill>
                  <a:srgbClr val="F0F2F6"/>
                </a:solidFill>
                <a:latin typeface="Arial"/>
              </a:defRPr>
            </a:pPr>
            <a:r>
              <a:t>A Complete 13-Module Natural Language Processing &amp; Deep Learning Pipeline</a:t>
            </a:r>
          </a:p>
          <a:p>
            <a:pPr>
              <a:spcBef>
                <a:spcPts val="4000"/>
              </a:spcBef>
              <a:defRPr sz="1600">
                <a:solidFill>
                  <a:srgbClr val="B4B9C3"/>
                </a:solidFill>
                <a:latin typeface="Arial"/>
              </a:defRPr>
            </a:pPr>
            <a:r>
              <a:t>Hochschule Aalen — NLP Course Project  |  e-motion Formula Student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PROJECT OVERVIEW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Core Objective: Apply a comprehensive series of NLP tasks to a self-sourced, real-world text database.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The Dataset Challenge: Scrape a high-quality corpus containing between 1,000 and 30,000 entries (avoiding excessive files).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Target Data Domain: Real AI-transcribed (Whisper-based) Formula 1 driver-engineer team radio communications.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Academic Framework: Covers all 13 core modules taught in the HS Aalen NLP curriculum.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Deliverables: Pre-executed Jupyter notebook, scraper modules, interactive Streamlit dashboard, and models.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 1: WEB CRAWLING &amp; BEAUTIFULSOUP SCRAPING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Data Source: transcripts.recursiveprojects.cloud (AutoLAP) - Elixir LiveView-based archive.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Ethical Crawling: Programmed BeautifulSoup scraper with robots.txt parsing, custom User-Agent, and 1.0-second delay rules.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Volume Gathered: 19,046 total messages across 2026 Barcelona-Catalunya, Monaco, and Canadian Grand Prix races.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Data Schema: Extracted Grand Prix name, Session type (Race), Driver name, Timestamp, and Message text.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Web Graph Modeling: Built a directed graph using NetworkX representing the crawling structure: Archive -&gt; Session -&gt; Driver -&gt; Message.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PHASES 2-3: ZIPF'S LAW, TF-IDF &amp; SPARSE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Zipf's Law Verification: Log-log plotting of word rank vs frequency validated Zipfian word distributions in F1 radio.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Luhn's Significance Cuts &amp; Entropy: Calculated Shannon Information Entropy (8.22 bits) and set boundaries to isolate F1 terminology.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Search Engine from Scratch: Manually implemented TF, IDF, and Cosine Similarity equations to retrieve messages.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Sparse Matrix Compression: Benchmarked memory allocations between Dense (numpy) and Sparse (scipy CSR/CSC) formats.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Efficiency Results: Sparse matrix formats achieved ~30x memory savings and optimized slicing operations.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PHASES 4-5: PREPROCESSING, TOKENIZATION &amp; VECTORIZATION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Tokenization and Lemmatization: Used spaCy to handle complex F1 tokens (gaps '1.8', lap times '1:29.8', mode names 'Strat 8').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Stopwords &amp; Stemming: Compared Porter Stemmer vs. spaCy lemmatization, showing lemmatization preserves F1 syntax better.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Rule-Based extraction: Created spaCy Matcher rules to isolate pit calls, tire compounds, strategy changes, and positions.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Categorical Representation: Encoded driver identities using One-Hot encoding (LabelBinarizer).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Vectorization: Built TF-IDF and Bag of Words numerical representations using scikit-learn.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 6: ML CLASSIFIERS &amp; LEXICON SENTIMENT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Heuristic Labeling: Auto-labeled radio communications into Strategy, Position/Gap, Emotional, and Technical classes.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Classifier Benchmarks: Evaluated Naive Bayes (79.9%), Logistic Regression (92.2%), and Linear SVM (93.8% accuracy).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Evaluation Reports: Extracted per-class precision, recall, F1-scores, and plotted confusion matrix heatmaps.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Sentiment Intensity Analysis: Implemented a custom lexicon mapping F1 phrases to sentiment values.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Sentiment Insights: Successfully isolated highly frustrated radio transmissions (Vettel/Verstappen expressions) vs. celebratory messages.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PHASES 7-9: CBOW EMBEDDINGS, MLP, RNN &amp; LSTM DEEP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Continuous Bag of Words (CBOW): Coded and trained a word embedding model from scratch in PyTorch on the F1 corpus.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Embedding Similarities: Successfully mapped semantic similarities (e.g. cosine distance matches 'box' close to 'pit').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PyTorch MLP Classifier: Implemented a multi-layer feed-forward classifier yielding 92.6% classification accuracy.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Telegraphic POS Distribution: Evaluated part-of-speech frequencies showing a high imperative verb concentration in F1.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Recurrent Architectures: Formulated token-index sequence loaders and trained PyTorch RNN &amp; LSTM classifiers.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PHASES 10-12: SPACY PIPELINES, CUSTOM NER &amp;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Dependency Pipelines: Inspected spaCy structural parsing (doc.dep, doc.tag, doc.lemma_).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Intent Heuristics: Categorized messages into pragmatic intents: Instruction, Information, Complaint, and Celebration.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Custom NER Model: Annotated training samples and trained a custom NER pipeline to detect DRIVER, TEAM, TIRE, and STRATEGY labels.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Conversational Agents: Developed an intent-based rule engine chatbot to answer queries.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Text Synthesizer: Implemented a Trigram language model to generate synthetic F1 team radio messages.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PHASE 13: SEMANTIC SEARCH, MULTI-SOURCE RAG &amp;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Semantic Search Embeddings: Integrated sentence-transformers (all-MiniLM-L6-v2) to calculate vector indices.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RAG Pipeline &amp; Chatbot: Retrieves context from team radios, race reports (Barcelona, Monaco, Canada), and official F1 regulations (2025 &amp; 2026).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Streamlit Web Dashboard: Created an interactive web app to explore the corpus and demonstrate models in real-time.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Interactive Chatbot: Pre-loaded with F1 2025/2026 regulations (e.g. MGU-H removal, active aerodynamics Z/X-mode, weight limits, MOM) and race summaries.</a:t>
            </a:r>
          </a:p>
          <a:p>
            <a:pPr>
              <a:spcAft>
                <a:spcPts val="2000"/>
              </a:spcAft>
              <a:defRPr sz="2000">
                <a:solidFill>
                  <a:srgbClr val="F0F2F6"/>
                </a:solidFill>
                <a:latin typeface="Arial"/>
              </a:defRPr>
            </a:pPr>
            <a:r>
              <a:t>• spaCy NLP &amp; Custom NER Visualizer: Displays token tables, Part-of-Speech tags, and visualizes F1 custom entities (DRIVER, TEAM, TIRE, STRATEGY) using displacy.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0600"/>
                </a:solidFill>
                <a:latin typeface="Trebuchet MS"/>
              </a:defRPr>
            </a:pPr>
            <a:r>
              <a:t>MODEL PERFORMANCE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E10600"/>
                </a:solidFill>
                <a:latin typeface="Trebuchet MS"/>
              </a:defRPr>
            </a:pPr>
            <a:r>
              <a:t>MODEL ACCURACY SUMMARY: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Naive Bayes Classifier: 79.94%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Logistic Regression: 92.21%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Linear SVM: 93.81%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PyTorch Feed-Forward MLP: 92.57%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PyTorch RNN Classifier: 79.99%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PyTorch LSTM Classifier: 81.42%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1645920"/>
            <a:ext cx="4876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E10600"/>
                </a:solidFill>
                <a:latin typeface="Trebuchet MS"/>
              </a:defRPr>
            </a:pPr>
            <a:r>
              <a:t>KEY TAKEAWAYS: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Linear SVM and PyTorch Feed-Forward architectures outperformed other algorithms on F1 context routing.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Interactive Streamlit dashboards provide an excellent bridge between static NLP modeling and real-world interfaces.</a:t>
            </a:r>
          </a:p>
          <a:p>
            <a:pPr>
              <a:spcAft>
                <a:spcPts val="1000"/>
              </a:spcAft>
              <a:defRPr sz="1800">
                <a:solidFill>
                  <a:srgbClr val="F0F2F6"/>
                </a:solidFill>
                <a:latin typeface="Arial"/>
              </a:defRPr>
            </a:pPr>
            <a:r>
              <a:t>• Successfully delivered a fully compliant project spanning all 13 academic curriculum modules.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