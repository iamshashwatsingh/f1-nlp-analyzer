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56032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6528816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🏎️  F1 Team Radio NLP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C00B"/>
                </a:solidFill>
              </a:rPr>
              <a:t>F1 Transcript Scraper, ML Classification, and RAG Strategist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88920"/>
            <a:ext cx="5029200" cy="5029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Student: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Shashwat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935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Programme: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5935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M.Sc. Machine Learning &amp; Data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96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Institution: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169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Hochschule Aalen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457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Course: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4573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Natural Language Processing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188720"/>
            <a:ext cx="3337560" cy="5212080"/>
          </a:xfrm>
          <a:prstGeom prst="rect">
            <a:avLst/>
          </a:prstGeom>
          <a:solidFill>
            <a:srgbClr val="1A1A2E"/>
          </a:solidFill>
          <a:ln w="2286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13716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NLP Project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87451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BeautifulSoup Scraper on F1 Archive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350007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Corpus Preprocessing &amp; spaCy lemmas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825495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Vocabulary statistics &amp; Zipf's Law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300983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TF-IDF Search Engine from scratch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3776471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Domain-specific Sentiment Lexicon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5195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Message classification (NB, LogReg, SVM)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4727447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Custom Named Entity Recognition (NER)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5202935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Multi-Source RAG Prompt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5678423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Streamlit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📋 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2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371600"/>
            <a:ext cx="557784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Data, Preprocessing &amp;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01952"/>
            <a:ext cx="53035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1.  What is the Data?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2.  Scraping &amp; Collection (BeautifulSoup)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3.  Text Preprocessing &amp; normalisation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4.  Zipf's Law &amp; Search from Scratch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5.  Vectorization (BoW &amp; TF-IDF)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62356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Classification, NER &amp;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01952"/>
            <a:ext cx="534924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6.  Custom F1 Sentiment Scorer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7.  Classification Models (NB · LogReg · SVM)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8.  spaCy Pipeline &amp; Intent Matching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9.  Custom F1 Named Entity Recognition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10. Retrieval-Augmented Generation (RAG)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11. Dashboard, Chatbot &amp; Final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📡  The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Formula 1 live driver team radio communications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Barcelona 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Spain, 2026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~6,200 messages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Monaco 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Monaco, 2026 Season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~5,800 messages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Canadian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Montreal, 2026 Season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~6,574 messages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51B23"/>
                </a:solidFill>
              </a:rPr>
              <a:t>18,574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Total Messages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4EA8DA"/>
                </a:solidFill>
              </a:rPr>
              <a:t>20+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Unique Drivers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C00B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Grand Prix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0576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0FA7B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Categories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4645152"/>
            <a:ext cx="11494008" cy="18288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754880"/>
            <a:ext cx="11219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F1 Team Radio 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175504"/>
            <a:ext cx="11219688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Live communications between drivers and engineers during a race session.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Contains domain-specific shorthand: strategy decisions, tires, gaps, vehicle technical reports.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Example: Verstappen: "Box box, tyre degradation is high."  |  Engineer: "Copy, mode 7."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🕷  Phase 1 — Web Scraping &amp; Data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BeautifulSoup crawler built to extract text from a static transcript sandbox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Data Collection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Check robots.txt first to ensure scraper is ethically allowed to crawl.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BeautifulSoup parses F1 HTML structure: Session -&gt; Driver list -&gt; Message containers.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Scrapes driver name, grand prix session, timestamp, and message text.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18,574 messages cleanly parsed and saved to a structured CSV file.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Static mirror transcripts.recursiveprojects.cloud used to avoid Cloudflare blocks on live Box Box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import requests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bs4 import BeautifulSoup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1. Fetch sandbox F1 archive directory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BASE = 'https://transcripts.recursiveprojects.cloud'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soup = BeautifulSoup(requests.get(BASE + '/archive').text)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2. Find driver message container divs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divs = soup.find_all('div', class_='dark:bg-zinc-800')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for div in divs: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msg = div.find(class_='grow').get_text(strip=True)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records.append({'message_text': msg})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🧹  Phase 2 — Text Preprocessing &amp; Tokenization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Standard NLP cleaning to isolate high-value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Text Normalisation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Lowercasing: Removes casing differences ('Box' and 'box' match).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Punctuation Strip: Removes exclamation marks, periods, and brackets using regex.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Stopwords Filter: Drops common words ('the', 'is', 'on') that carry no unique meaning.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NLTK Stemming: Porter stemmer chops suffixes logically (e.g. 'degraded' -&gt; 'degrad').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spaCy Lemmatization: Uses morphological lookup to find the true dictionary base (e.g. 'won' -&gt; 'win').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Corpus Storage: Clean words saved to clean_message column for model features.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nlp = spacy.load('en_core_web_sm')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def preprocess(text):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doc = nlp(str(text).lower())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tokens =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    token.lemma_            # lemmatize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    for token in doc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    if not token.is_stop    # stopword filter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    and not token.is_punct  # remove punct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return ' '.join(tokens)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Phase 3 — Vocabulary &amp; Zipf's Law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Statistical analysis of term distribution across F1 driver transcripts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Distribution &amp; Search from Scratch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Zipf's Law: Word frequency is inversely proportional to its rank. Plotted log-log scale matches negative linear line.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TF-IDF scratch engine: Built manual retrieval query math.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Term Frequency (TF): Term occurrences relative to doc length.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Inverse Document Frequency (IDF): Log of total documents divided by documents containing target term.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Cosine Similarity: Measures angle between query and document vectors to find top matches.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collections import Counter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import math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TF formula (Normalised)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tf = word_count / total_doc_words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IDF formula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idf = math.log(total_docs / (1 + docs_with_word))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TF-IDF score from scratch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tfidf = tf * idf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🔢  Phase 4 — Vectorization &amp; 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Mapping raw text tokens to numeric feature matrices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Vector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One-Hot Encoding: Flat binary arrays representing driver name categorical tags (1 if driver spoke, 0 otherwise).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Bag of Words (BoW): Maps count occurrence vectors per text document using CountVectorizer.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TF-IDF Vectorization: Term Frequency weighted by Doc Frequency. Penalizes common words, increases rare domain words.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Our configuration: TfidfVectorizer is capped at 2,500 maximum features as input for text classification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sklearn.feature_extraction.text import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CountVectorizer, TfidfVectorizer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Bag of Words representation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count_vec = CountVectorizer(max_features=1000)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bow_mat = count_vec.fit_transform(clean_corpus)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TF-IDF Vectorizer (Primary ML inputs)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tfidf_vec = TfidfVectorizer(max_features=2500)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tfidf_mat = tfidf_vec.fit_transform(clean_corpus)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💬  Phase 5a — Custom F1 Sentiment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Why default lexicons fail and how custom weights solve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Domain Specific Lexicon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VADER scores F1 jargon as neutral ('box box' is neutral).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F1 radio has unique domain-specific emotional cues.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We hand-crafted a F1 dictionary mapping keywords to positive/negative values.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Message polarity equals total summation of lexicon weights.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Positive: p1 (+2.0), won (+2.0), great (+1.5), push (+0.5).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Negative: wtf (-2.0), problem (-1.0), slow (-0.8).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Custom weights dictionary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sentiment_lexicon =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'p1': 2.0, 'won': 2.0, 'great': 1.5,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'wtf': -2.0, 'problem': -1.0, 'slow': -0.8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def analyze_sentiment(text):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words = str(text).lower().split()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    # sum weights matching F1 dictionary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score = sum(sentiment_lexicon.get(w, 0.0)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            for w in words)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return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🤖  Phase 5b — Classic Text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Training classical ML algorithms on TF-IDF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9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Supervised Classifiers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Dataset auto-labeled into 4 categories: Strategy, Position_Gap, Emotional, Technical.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80% train / 20% test stratified split (14,859 train, 3,715 test records).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Naive Bayes baseline: 79.94% accuracy score.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Logistic Regression: 92.21% accuracy score.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Linear SVM: 93.81% accuracy score (Optimal separating hyperplane on sparse matrices).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sklearn.model_selection import train_test_split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sklearn.naive_bayes import MultinomialNB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sklearn.linear_model import LogisticRegression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sklearn.svm import SVC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X_train, X_test, y_train, y_test = train_test_split(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X, y, test_size=0.2, stratify=y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Train classifiers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nb = MultinomialNB().fit(X_tr, y_train)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lr = LogisticRegression().fit(X_tr, y_train)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svm = SVC(kernel='linear').fit(X_tr, y_train)  # 93.81%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🔍  Phase 6 — spaCy Pipeline &amp; Intent 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Analyzing processing pipelines and building rule-based matchers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spaCy Pipeline &amp;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Internal Pipeline: tokenizer -&gt; tagger -&gt; parser -&gt; ner -&gt; matcher.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Token Attributes: POS tag identifies grammatical roles, lemmatizer base dictionaries normalize jargon.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Programmatic intent matcher rules capture exact domain commands.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PIT_COMMAND: matches 'box' or 'pit' words.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GAP_REPORT: matches 'gap' followed by prepositions.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MODE_SWITCH: matches 'mode' followed by digits (e.g. 'mode 7').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spacy.matcher import Matcher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nlp = spacy.load('en_core_web_sm')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matcher = Matcher(nlp.vocab)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Match pit commands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pit_pattern = [{'LOWER': {'IN': ['box', 'pit']}}]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matcher.add('PIT_COMMAND', [pit_pattern])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doc = nlp('box this lap')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matches = matcher(doc)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🏷️  Phase 7 — Custom Named Entity Recognition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Training custom entity recognizers for Formula 1 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Custom NER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Default pre-trained NER fails on F1 entities ('Red Bull' is marked product).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We created 30 custom annotated sentences containing entities.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Entities trained: DRIVER, TEAM, TIRE_COMPOUND, STRATEGY.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Training: blank spaCy model, updated weights over 30 epochs.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Model successfully recognizes unseen custom F1 entities in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import spacy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spacy.training import Example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nlp_blank = spacy.blank('en')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ner = nlp_blank.add_pipe('ner')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ner.add_label('DRIVER')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Training iterations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nlp_blank.begin_training()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for epoch in range(30):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    for text, ann in TRAIN_DATA: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    example = Example.from_dict(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        nlp_blank.make_doc(text), ann)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        nlp_blank.update([example])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🧠  Phase 8 — Retrieval-Augmented Generation (RAG)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Combining semantic search with prompting to build a Strategist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303520" cy="45720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RAG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02920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RAG retrieves target facts first, preventing model hallucinations.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Our RAG searches 5 structured F1 databases using MiniLM embeddings.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Databases: Radio corpus, Regulations, Spec sheets, Drivers list, Race results.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Builds consolidated race strategist prompt template containing fetched data.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Highly practical, production-level NLP architecture.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71600"/>
            <a:ext cx="5897880" cy="4572000"/>
          </a:xfrm>
          <a:prstGeom prst="rect">
            <a:avLst/>
          </a:prstGeom>
          <a:solidFill>
            <a:srgbClr val="121222"/>
          </a:solidFill>
          <a:ln w="12700">
            <a:solidFill>
              <a:srgbClr val="40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623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D866"/>
                </a:solidFill>
                <a:latin typeface="Courier New"/>
              </a:rPr>
              <a:t>from sentence_transformers import SentenceTransformer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Load Hugging Face mini embedding model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model_st = SentenceTransformer('all-MiniLM-L6-v2')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Retrieve matching facts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q_emb = model_st.encode([query])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sims = cosine_similarity(q_emb, corpus_embs)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888AA"/>
                </a:solidFill>
                <a:latin typeface="Courier New"/>
              </a:rPr>
              <a:t># Build Strategist Prompt Template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0FA7B"/>
                </a:solidFill>
                <a:latin typeface="Courier New"/>
              </a:rPr>
              <a:t>prompt = f'Context: {context}\nQuestion: {query}'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💬  Interactive Chatbot &amp; Streamlit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Deploying our NLP pipeline in an interactive, user-facing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23774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Intent-Based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A chatbot interface inside Streamlit routing queries based on matched intent words (14 categories).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Queries F1 driver line-ups, technical specs, and race results.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Includes smart fallback: if no keyword matches, it runs a TF-IDF cosine similarity search across the 18,574-message corpus.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23774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8132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Interactive Dashboard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01952"/>
            <a:ext cx="544068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Dataset Explorer: Browse, search, and filter the raw radio logs.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Search Engine: Type queries and retrieve matches dynamically.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Sentiment Monitor: Dynamic sentiment charts broken down by driver.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spaCy Analyzer: Input custom text to see live POS tags and entity matches.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977639"/>
            <a:ext cx="11494008" cy="2286000"/>
          </a:xfrm>
          <a:prstGeom prst="rect">
            <a:avLst/>
          </a:prstGeom>
          <a:solidFill>
            <a:srgbClr val="1A1A2E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4114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🖥️  Available Dashboard Modules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663440"/>
            <a:ext cx="2148840" cy="1097280"/>
          </a:xfrm>
          <a:prstGeom prst="rect">
            <a:avLst/>
          </a:prstGeom>
          <a:solidFill>
            <a:srgbClr val="111128"/>
          </a:solidFill>
          <a:ln w="1016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Tab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66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Overview &amp; Explorer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0632" y="4663440"/>
            <a:ext cx="2148840" cy="1097280"/>
          </a:xfrm>
          <a:prstGeom prst="rect">
            <a:avLst/>
          </a:prstGeom>
          <a:solidFill>
            <a:srgbClr val="111128"/>
          </a:solidFill>
          <a:ln w="1016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47548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Tab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5166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TF-IDF Search Engine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10912" y="4663440"/>
            <a:ext cx="2148840" cy="1097280"/>
          </a:xfrm>
          <a:prstGeom prst="rect">
            <a:avLst/>
          </a:prstGeom>
          <a:solidFill>
            <a:srgbClr val="111128"/>
          </a:solidFill>
          <a:ln w="1016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47548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Tab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166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Sentiment Analysis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51192" y="4663440"/>
            <a:ext cx="2148840" cy="1097280"/>
          </a:xfrm>
          <a:prstGeom prst="rect">
            <a:avLst/>
          </a:prstGeom>
          <a:solidFill>
            <a:srgbClr val="111128"/>
          </a:solidFill>
          <a:ln w="1016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47548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Tab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5166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spaCy NLP &amp; Custom NER Visualizer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91472" y="4663440"/>
            <a:ext cx="2148840" cy="1097280"/>
          </a:xfrm>
          <a:prstGeom prst="rect">
            <a:avLst/>
          </a:prstGeom>
          <a:solidFill>
            <a:srgbClr val="111128"/>
          </a:solidFill>
          <a:ln w="1016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47548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Tab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166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RAG Simulator &amp; Chatbot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🏁  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14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371600"/>
            <a:ext cx="7772400" cy="49377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81328"/>
            <a:ext cx="7498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What was achieved: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01952"/>
            <a:ext cx="7498080" cy="4315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Collected 18,574 authentic F1 radio messages using BeautifulSoup.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Created a clean NLP preprocessing pipeline (Tokenization, Stopwords, Lemmatization).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Verified Zipf's Law and built a TF-IDF Search Engine from scratch.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Built a custom F1 sentiment lexicon tailored to racing jargon.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Trained three classic classifiers: Naive Bayes, Logistic Regression, and Linear SVM.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Achieved 93.81% classification accuracy using the Linear SVM model.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Trained a custom spaCy Named Entity Recognition (NER) model from scratch.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Developed a Multi-Source Retrieval-Augmented Generation (RAG) system.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Deployed all features in a clean, interactive Streamlit dashboard.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371600"/>
            <a:ext cx="3474720" cy="3246120"/>
          </a:xfrm>
          <a:prstGeom prst="rect">
            <a:avLst/>
          </a:prstGeom>
          <a:solidFill>
            <a:srgbClr val="1A1A2E"/>
          </a:solidFill>
          <a:ln w="2540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53619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Best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38528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Linear SVM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51B23"/>
                </a:solidFill>
              </a:rPr>
              <a:t>93.81%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40156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accuracy on 18,574
messages (80/20 split)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4800600"/>
            <a:ext cx="3474720" cy="1508760"/>
          </a:xfrm>
          <a:prstGeom prst="rect">
            <a:avLst/>
          </a:prstGeom>
          <a:solidFill>
            <a:srgbClr val="0A0A1A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4892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GitHub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303520"/>
            <a:ext cx="3017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iamshashwatsingh/
f1-nlp-analyzer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56032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6528816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C00B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218688"/>
            <a:ext cx="5760720" cy="54864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01568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18,574 messages  ·  3 Grand Prix  ·  3 ML Models  ·  93.81% SVM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77056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Custom NER  ·  Custom Sentiment  ·  RAG Pipeline  ·  Streamlit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AA"/>
                </a:solidFill>
              </a:rPr>
              <a:t>Shashwat Singh  |  M.Sc. Machine Learning &amp; Data Analytics  |  Hochschule Aalen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